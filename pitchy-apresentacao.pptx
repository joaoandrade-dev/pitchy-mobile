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22C55E">
              <a:alpha val="8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74320"/>
            <a:ext cx="1371600" cy="1371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005840"/>
            <a:ext cx="146304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JS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Pitchy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548640" y="27432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Pitch em JavaScript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aplicações React Native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3794760"/>
            <a:ext cx="22860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McLeod Pitch Method  ·  Web Audio API  ·  Expo React Native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Pitchy?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Pitchy é uma biblioteca JavaScript leve e open source para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a frequência fundamental de um sinal de áudio em tempo real.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38404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57400"/>
            <a:ext cx="45720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3774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22219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McLeod Pitch Method (MPM)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25328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mais preciso que FFT simples para instrumentos monofônicos. Combina autocorrelação com pós-processamento.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2057400"/>
            <a:ext cx="38404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2057400"/>
            <a:ext cx="45720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3774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22219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minimalista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349240" y="25328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uma classe: PitchDetector. Dois métodos: forFloat32Array() e findPitch(). Zero configuração.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429000"/>
            <a:ext cx="38404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3429000"/>
            <a:ext cx="45720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7490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35935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direto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43000" y="39044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[pitch, clarity] — frequência em Hz e a confiança da detecção de 0 a 1. Simples de usar.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63440" y="3429000"/>
            <a:ext cx="38404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663440" y="3429000"/>
            <a:ext cx="45720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7490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35935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49240" y="39044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nativamente com AudioContext e AnalyserNode do browser, sem dependências extras.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pitchy  ·  github.com/ianprime0509/pitchy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1920240" cy="13716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" y="1097280"/>
            <a:ext cx="493776" cy="493776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10972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Microfone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getUserMedia()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 o áudio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801368"/>
            <a:ext cx="201168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2888" y="17373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920240" cy="13716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1097280"/>
            <a:ext cx="493776" cy="493776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0972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0604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AnalyserNode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para Float32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26280" y="1801368"/>
            <a:ext cx="201168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17373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1920240" cy="1371600"/>
          </a:xfrm>
          <a:prstGeom prst="rect">
            <a:avLst/>
          </a:prstGeom>
          <a:solidFill>
            <a:srgbClr val="1F2937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68112" y="1097280"/>
            <a:ext cx="493776" cy="49377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68112" y="10972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findPitch()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o MPM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1801368"/>
            <a:ext cx="201168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0568" y="17373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3720" y="1188720"/>
            <a:ext cx="1920240" cy="13716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16952" y="1097280"/>
            <a:ext cx="493776" cy="493776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16952" y="10972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0372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[pitch, clarity]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Hz + confiança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uso: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0A0F1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355848"/>
            <a:ext cx="7955280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PitchDetector } from 'pitchy';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Cria o detector com o tamanho do buffer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detector = PitchDetector.forFloat32Array(2048);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A cada frame de áudio: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analyser.getFloatTimeDomainData(buffer);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[pitch, clarity] = detector.findPitch(buffer, sampleRate);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pitch → Hz   |   clarity → 0 a 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no React Native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Pitchy usa Web Audio API, que não existe nativamente no React Native. A solução é uma WebView invisível como bridge.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474720" cy="24688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3474720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402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App.js (UI e estado)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usePitchy (hook)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&lt;WebView ref={...} 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onMessage handler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7764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postMessage("START")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─────────────────→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77640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←─────────────────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pitch, clarity 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0" y="1737360"/>
            <a:ext cx="2834640" cy="2468880"/>
          </a:xfrm>
          <a:prstGeom prst="rect">
            <a:avLst/>
          </a:prstGeom>
          <a:solidFill>
            <a:srgbClr val="1F293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737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WebView (0×0)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2148840"/>
            <a:ext cx="2834640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2402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pitchyBridge.html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Audio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PitchDetector (Pitchy)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postMessage → RN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8321040" cy="502920"/>
          </a:xfrm>
          <a:prstGeom prst="rect">
            <a:avLst/>
          </a:prstGeom>
          <a:solidFill>
            <a:srgbClr val="0A0F1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3708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 WebView tem tamanho 0×0 — totalmente invisível. Só processa áudio e envia dados via postMessage.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— Pitchy Tuner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200400" cy="3840480"/>
          </a:xfrm>
          <a:prstGeom prst="rect">
            <a:avLst/>
          </a:prstGeom>
          <a:solidFill>
            <a:srgbClr val="111827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PITCHY TUNER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A4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afinado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440.0 Hz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51560" y="3520440"/>
            <a:ext cx="155448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520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powered by pitchy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931920" y="1051560"/>
            <a:ext cx="493776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6280" y="11247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áudio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13990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getUserMedia() ativa o microfone e alimenta o AudioContext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31920" y="1984248"/>
            <a:ext cx="493776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26280" y="2057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com Pitchy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23317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findPitch() retorna [pitch, clarity] a cada frame do requestAnimationFrame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0" y="2916936"/>
            <a:ext cx="493776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29900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para nota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26280" y="32644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freqToNote() usa Math.log2 para converter Hz → nota + oitava + cents de desvio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920" y="3849624"/>
            <a:ext cx="493776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26280" y="39227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visual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26280" y="41970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= afinado (±5¢) · Amarelo = quase (±15¢) · Vermelho = desafinado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22C55E">
              <a:alpha val="7000"/>
            </a:srgbClr>
          </a:solidFill>
          <a:ln w="12700">
            <a:solidFill>
              <a:srgbClr val="22C55E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32104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533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3533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Pitchy é a solução mais simples para detecção de pitch em JS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32104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391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0391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McLeod Pitch Method oferece alta precisão para instrumentos monofônicos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32104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249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7249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React Native, funciona via WebView bridge (Web Audio API)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32104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107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4107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minimalista: forFloat32Array() + findPitch() é tudo que você precisa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832104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965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0965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afinadores, analisadores de pitch e apps musicais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8321040" cy="320040"/>
          </a:xfrm>
          <a:prstGeom prst="rect">
            <a:avLst/>
          </a:prstGeom>
          <a:solidFill>
            <a:srgbClr val="0A0F1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pitchy  ·  esm.sh/pitchy@4  ·  github.com/ianprime0509/pitchy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Pitchy — Detecção de Pitch em React Native</dc:title>
  <dc:subject>PptxGenJS Presentation</dc:subject>
  <dc:creator>PptxGenJS</dc:creator>
  <cp:lastModifiedBy>PptxGenJS</cp:lastModifiedBy>
  <cp:revision>1</cp:revision>
  <dcterms:created xsi:type="dcterms:W3CDTF">2026-05-06T22:37:30Z</dcterms:created>
  <dcterms:modified xsi:type="dcterms:W3CDTF">2026-05-06T22:37:30Z</dcterms:modified>
</cp:coreProperties>
</file>